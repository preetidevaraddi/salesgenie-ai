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97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274320"/>
            <a:ext cx="2377440" cy="23774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663440"/>
            <a:ext cx="3840480" cy="384048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Integration &amp; Synchronization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using FastAPI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4914" y="4434840"/>
            <a:ext cx="2948026" cy="457200"/>
          </a:xfrm>
          <a:prstGeom prst="roundRect">
            <a:avLst>
              <a:gd name="adj" fmla="val 18000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8098" y="4459778"/>
            <a:ext cx="294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&amp; Zoho CRM Integration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71539" y="4434840"/>
            <a:ext cx="2706624" cy="457200"/>
          </a:xfrm>
          <a:prstGeom prst="roundRect">
            <a:avLst>
              <a:gd name="adj" fmla="val 18000"/>
            </a:avLst>
          </a:prstGeom>
          <a:solidFill>
            <a:srgbClr val="0F3A3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1539" y="443484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Mapping &amp; Synchronization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— CRM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SalesGenie lead data with CRM platforms such as Salesforce and Zoho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38658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SalesGenie lead data into CRM-specific formats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22783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APIs for CRM synchronization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12394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synchronization history through sync logs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9651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91032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backend foundation that can later be connected to actual CRM APIs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4754880" cy="4663440"/>
          </a:xfrm>
          <a:prstGeom prst="roundRect">
            <a:avLst>
              <a:gd name="adj" fmla="val 1961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7556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214884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E3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21488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18320" y="280720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80960" y="306324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E3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3063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18320" y="372160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80960" y="397764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E3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3977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Mapping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0" y="489204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4892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875520" y="489204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9875520" y="4892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H="1">
            <a:off x="8321042" y="4636008"/>
            <a:ext cx="1097278" cy="25603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8320" y="4636008"/>
            <a:ext cx="1143000" cy="25603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Integration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FastAPI endpoints for CRM operations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synchronization endpoint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CRM synchronization history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synchronization records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synchronization records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existing SalesGenie database and Lead model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89320" y="160020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171907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144768" y="1719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/crm/sync/{lead_id}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2350008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10" name="Shape 8"/>
          <p:cNvSpPr/>
          <p:nvPr/>
        </p:nvSpPr>
        <p:spPr>
          <a:xfrm>
            <a:off x="6144768" y="2468880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24688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0" y="23500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/crm/{lead_id}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3099816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44768" y="321868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3218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30998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/crm/update/{sync_id}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3849624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B2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3968496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B04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39684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38496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/crm/{sync_id}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06090" y="5417820"/>
            <a:ext cx="411480" cy="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1757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41757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75020" y="5417820"/>
            <a:ext cx="411480" cy="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8650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28650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43950" y="5417820"/>
            <a:ext cx="411480" cy="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55430" y="5074920"/>
            <a:ext cx="245745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9155430" y="5074920"/>
            <a:ext cx="2457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 &amp; Zoho Schema Mapping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CRM platforms use different field names and structures. SalesGenie lead fields are transformed into CRM-specific formats.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903720" cy="36576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SalesGenie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 / LastName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 / Last_Name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company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industry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10312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66760" y="2423160"/>
            <a:ext cx="2788920" cy="640080"/>
          </a:xfrm>
          <a:prstGeom prst="roundRect">
            <a:avLst>
              <a:gd name="adj" fmla="val 12857"/>
            </a:avLst>
          </a:prstGeom>
          <a:solidFill>
            <a:srgbClr val="0B2B2E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423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Lead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761220" y="3063240"/>
            <a:ext cx="0" cy="365760"/>
          </a:xfrm>
          <a:prstGeom prst="line">
            <a:avLst/>
          </a:prstGeom>
          <a:noFill/>
          <a:ln w="25400">
            <a:solidFill>
              <a:srgbClr val="5C7A7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138160" y="3429000"/>
            <a:ext cx="3246120" cy="594360"/>
          </a:xfrm>
          <a:prstGeom prst="roundRect">
            <a:avLst>
              <a:gd name="adj" fmla="val 13846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34290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Layer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 flipH="1">
            <a:off x="8944495" y="4023360"/>
            <a:ext cx="816725" cy="50292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61220" y="4023360"/>
            <a:ext cx="1120140" cy="502920"/>
          </a:xfrm>
          <a:prstGeom prst="line">
            <a:avLst/>
          </a:prstGeom>
          <a:noFill/>
          <a:ln w="19050">
            <a:solidFill>
              <a:srgbClr val="5C7A7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0" y="45262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8092440" y="4526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12680" y="45262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0012680" y="4526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Preview &amp; CRM Synchronization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Preview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B2B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/crm/mapping/{lead_id}?crm=salesforce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B2B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26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/crm/mapping/{lead_id}?crm=zoho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selected lead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appropriate CRM mapping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transformed JSON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modify the database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AF9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74520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4688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B2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/crm/sync/{lead_id}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example: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319272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0B2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3192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"crm_name": "salesforce"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2519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Salesforce and Zoho selection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synchronization log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Logs &amp; API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2625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logs record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50072"/>
            <a:ext cx="3233651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name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type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 synchronized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information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61871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sync logs are useful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120640" cy="11400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synchronization history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successful and failed operations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 debugging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visibility into CRM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325" y="4923612"/>
            <a:ext cx="468006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425196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035040" y="4892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Screenshots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51937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(space reserved for testing screenshots)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324374-6C0B-D656-A40A-F376745A5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591" y="1643418"/>
            <a:ext cx="6666807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023360" cy="402336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572000"/>
            <a:ext cx="3657600" cy="3657600"/>
          </a:xfrm>
          <a:prstGeom prst="ellipse">
            <a:avLst/>
          </a:prstGeom>
          <a:solidFill>
            <a:srgbClr val="0F3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FastAPI-based CRM integration backend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and Zoho schema mapping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mapping preview API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synchronization endpoint implemented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8229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log management implemented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tested successfully using Swagger UI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prepared for future integration with actual Salesforce/Zoho APIs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2900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8E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“SalesGenie now has a backend foundation for CRM integration, data mapping, synchronization, and synchronization tracking.”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447</Words>
  <Application>Microsoft Office PowerPoint</Application>
  <PresentationFormat>Widescreen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Preeti Devaraddi</cp:lastModifiedBy>
  <cp:revision>3</cp:revision>
  <dcterms:created xsi:type="dcterms:W3CDTF">2026-08-12T13:05:17Z</dcterms:created>
  <dcterms:modified xsi:type="dcterms:W3CDTF">2026-08-13T15:28:19Z</dcterms:modified>
</cp:coreProperties>
</file>